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56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BF87"/>
    <a:srgbClr val="060D08"/>
    <a:srgbClr val="FFFFFF"/>
    <a:srgbClr val="050505"/>
    <a:srgbClr val="060B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5461E-F148-4E29-B760-4D7ECCF60D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83399-8A76-44C4-8991-9666946F2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5461E-F148-4E29-B760-4D7ECCF60D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83399-8A76-44C4-8991-9666946F2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3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5461E-F148-4E29-B760-4D7ECCF60D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83399-8A76-44C4-8991-9666946F2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1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5461E-F148-4E29-B760-4D7ECCF60D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83399-8A76-44C4-8991-9666946F2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73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5461E-F148-4E29-B760-4D7ECCF60D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83399-8A76-44C4-8991-9666946F2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6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5461E-F148-4E29-B760-4D7ECCF60D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83399-8A76-44C4-8991-9666946F2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3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5461E-F148-4E29-B760-4D7ECCF60D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83399-8A76-44C4-8991-9666946F2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5461E-F148-4E29-B760-4D7ECCF60D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83399-8A76-44C4-8991-9666946F2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5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5461E-F148-4E29-B760-4D7ECCF60D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83399-8A76-44C4-8991-9666946F2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6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5461E-F148-4E29-B760-4D7ECCF60D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83399-8A76-44C4-8991-9666946F2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2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5461E-F148-4E29-B760-4D7ECCF60D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83399-8A76-44C4-8991-9666946F2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5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5461E-F148-4E29-B760-4D7ECCF60D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83399-8A76-44C4-8991-9666946F2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509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00A61A-6889-44DC-88C4-99C578130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575"/>
            <a:ext cx="12192000" cy="57848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6016AB-54BD-476E-B2C6-AEDA543FD25C}"/>
              </a:ext>
            </a:extLst>
          </p:cNvPr>
          <p:cNvSpPr/>
          <p:nvPr/>
        </p:nvSpPr>
        <p:spPr>
          <a:xfrm>
            <a:off x="5342965" y="3012141"/>
            <a:ext cx="239955" cy="340659"/>
          </a:xfrm>
          <a:prstGeom prst="rect">
            <a:avLst/>
          </a:prstGeom>
          <a:solidFill>
            <a:srgbClr val="060D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5B6C8E-9259-474C-865D-4185AE9980FF}"/>
              </a:ext>
            </a:extLst>
          </p:cNvPr>
          <p:cNvSpPr txBox="1"/>
          <p:nvPr/>
        </p:nvSpPr>
        <p:spPr>
          <a:xfrm>
            <a:off x="5235978" y="2921615"/>
            <a:ext cx="418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6554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614FFF-1803-4181-BF5E-CFFE5187C4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49" b="-1"/>
          <a:stretch/>
        </p:blipFill>
        <p:spPr>
          <a:xfrm>
            <a:off x="142240" y="283816"/>
            <a:ext cx="12435840" cy="5985568"/>
          </a:xfrm>
          <a:prstGeom prst="rect">
            <a:avLst/>
          </a:prstGeom>
        </p:spPr>
      </p:pic>
      <p:sp>
        <p:nvSpPr>
          <p:cNvPr id="4" name="AutoShape 2" descr="Generated image: Adaptis logo with modern accents">
            <a:extLst>
              <a:ext uri="{FF2B5EF4-FFF2-40B4-BE49-F238E27FC236}">
                <a16:creationId xmlns:a16="http://schemas.microsoft.com/office/drawing/2014/main" id="{3641D2E1-9DBB-40E0-AE31-A129F93D74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D54067-8A57-4546-9E80-F2775969C429}"/>
              </a:ext>
            </a:extLst>
          </p:cNvPr>
          <p:cNvSpPr/>
          <p:nvPr/>
        </p:nvSpPr>
        <p:spPr>
          <a:xfrm>
            <a:off x="6248400" y="960120"/>
            <a:ext cx="6187440" cy="4632960"/>
          </a:xfrm>
          <a:prstGeom prst="roundRect">
            <a:avLst>
              <a:gd name="adj" fmla="val 3353"/>
            </a:avLst>
          </a:prstGeom>
          <a:solidFill>
            <a:srgbClr val="050505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43A97CB-587F-4C6B-8C24-9A26F23EAA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0" t="5420" r="8808" b="9817"/>
          <a:stretch/>
        </p:blipFill>
        <p:spPr bwMode="auto">
          <a:xfrm>
            <a:off x="5943600" y="1031241"/>
            <a:ext cx="5917105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167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C5EE52-283A-4CCA-826C-DC7DDACCE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4" r="4416"/>
          <a:stretch/>
        </p:blipFill>
        <p:spPr>
          <a:xfrm>
            <a:off x="96520" y="456867"/>
            <a:ext cx="11653520" cy="5698188"/>
          </a:xfrm>
          <a:prstGeom prst="rect">
            <a:avLst/>
          </a:prstGeom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84958463-2C55-487C-A488-E008F5E1CB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67" r="26355"/>
          <a:stretch/>
        </p:blipFill>
        <p:spPr bwMode="auto">
          <a:xfrm rot="758030">
            <a:off x="6615770" y="415151"/>
            <a:ext cx="4456986" cy="5969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7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22A5A-1EFB-499D-9410-8361559B0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750"/>
            <a:ext cx="12192000" cy="577850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1E1BAED7-9BD1-4808-8340-86DFC9FAE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920" y="922868"/>
            <a:ext cx="7134858" cy="475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6EE0CA-DCFE-4E55-89EE-DB44AF214FEB}"/>
              </a:ext>
            </a:extLst>
          </p:cNvPr>
          <p:cNvSpPr txBox="1"/>
          <p:nvPr/>
        </p:nvSpPr>
        <p:spPr>
          <a:xfrm>
            <a:off x="7479029" y="901561"/>
            <a:ext cx="2580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14BF8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Screen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 Samples</a:t>
            </a:r>
          </a:p>
        </p:txBody>
      </p:sp>
    </p:spTree>
    <p:extLst>
      <p:ext uri="{BB962C8B-B14F-4D97-AF65-F5344CB8AC3E}">
        <p14:creationId xmlns:p14="http://schemas.microsoft.com/office/powerpoint/2010/main" val="96485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B63830-F342-4906-92BA-47F2E20082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73"/>
          <a:stretch/>
        </p:blipFill>
        <p:spPr>
          <a:xfrm>
            <a:off x="0" y="533400"/>
            <a:ext cx="12192000" cy="5717498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D8BFF93-FC59-4DFC-AA62-A7C906E5A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623" y="215152"/>
            <a:ext cx="7277847" cy="10916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94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8B61ED-5708-41B9-826A-7DE096985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925"/>
            <a:ext cx="12192000" cy="5772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4F1F02-48B3-419D-822E-C9A17C9EA9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9" r="7086"/>
          <a:stretch/>
        </p:blipFill>
        <p:spPr>
          <a:xfrm>
            <a:off x="5831840" y="966893"/>
            <a:ext cx="5715321" cy="4417907"/>
          </a:xfrm>
          <a:prstGeom prst="roundRect">
            <a:avLst>
              <a:gd name="adj" fmla="val 222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5311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953AC7-D8BF-4FB2-8965-0EEE06DEA3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1"/>
          <a:stretch/>
        </p:blipFill>
        <p:spPr>
          <a:xfrm>
            <a:off x="0" y="569625"/>
            <a:ext cx="12192000" cy="57517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778955-B8C4-4065-B02C-8DD292125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353" y="830055"/>
            <a:ext cx="5791201" cy="4814063"/>
          </a:xfrm>
          <a:prstGeom prst="roundRect">
            <a:avLst>
              <a:gd name="adj" fmla="val 524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4453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5B437A-BEDE-4364-A21D-0F8B90413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04" y="338822"/>
            <a:ext cx="3269263" cy="6180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F6B78F-D2C9-4AD9-BF14-40E6ECD93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937" y="327391"/>
            <a:ext cx="3292125" cy="6203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DD6140-CAD7-4453-BC84-3137B59B2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539" y="300719"/>
            <a:ext cx="3193057" cy="621845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44302D-AC11-4B5B-9A9C-DE03DA309066}"/>
              </a:ext>
            </a:extLst>
          </p:cNvPr>
          <p:cNvSpPr txBox="1">
            <a:spLocks/>
          </p:cNvSpPr>
          <p:nvPr/>
        </p:nvSpPr>
        <p:spPr>
          <a:xfrm>
            <a:off x="4026387" y="35860"/>
            <a:ext cx="4022913" cy="14009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dirty="0">
                <a:latin typeface="Oughter" pitchFamily="50" charset="0"/>
              </a:rPr>
              <a:t>Onboarding - Dashboard</a:t>
            </a:r>
          </a:p>
        </p:txBody>
      </p:sp>
    </p:spTree>
    <p:extLst>
      <p:ext uri="{BB962C8B-B14F-4D97-AF65-F5344CB8AC3E}">
        <p14:creationId xmlns:p14="http://schemas.microsoft.com/office/powerpoint/2010/main" val="4140628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3E8F24-E687-41A5-A2C8-94861520F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74" y="331201"/>
            <a:ext cx="3269263" cy="61955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F4A57F-3195-41B7-8D37-3F35376C3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609" y="323581"/>
            <a:ext cx="3238781" cy="6210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99E5A7-AA07-46E9-900F-EFF2A236A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662" y="300718"/>
            <a:ext cx="3284505" cy="622608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40CE30D-6194-4CB4-B164-324ED06EB73D}"/>
              </a:ext>
            </a:extLst>
          </p:cNvPr>
          <p:cNvSpPr txBox="1">
            <a:spLocks/>
          </p:cNvSpPr>
          <p:nvPr/>
        </p:nvSpPr>
        <p:spPr>
          <a:xfrm>
            <a:off x="4026387" y="35860"/>
            <a:ext cx="4022913" cy="14009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dirty="0">
                <a:latin typeface="Oughter" pitchFamily="50" charset="0"/>
              </a:rPr>
              <a:t>Media </a:t>
            </a:r>
            <a:r>
              <a:rPr lang="en-US" sz="1600" b="1" dirty="0" err="1">
                <a:latin typeface="Oughter" pitchFamily="50" charset="0"/>
              </a:rPr>
              <a:t>Dellivery</a:t>
            </a:r>
            <a:r>
              <a:rPr lang="en-US" sz="1600" b="1" dirty="0">
                <a:latin typeface="Oughter" pitchFamily="50" charset="0"/>
              </a:rPr>
              <a:t> Modes</a:t>
            </a:r>
          </a:p>
        </p:txBody>
      </p:sp>
    </p:spTree>
    <p:extLst>
      <p:ext uri="{BB962C8B-B14F-4D97-AF65-F5344CB8AC3E}">
        <p14:creationId xmlns:p14="http://schemas.microsoft.com/office/powerpoint/2010/main" val="196269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808F1F-1339-4C78-9180-FD327E1CF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050"/>
            <a:ext cx="12192000" cy="58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9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BC264B-38F2-4BA1-B343-76757B505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750"/>
            <a:ext cx="12192000" cy="5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7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E313C1-B37B-4D29-A357-AC75B0E6B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875"/>
            <a:ext cx="12192000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62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6B10-271C-4403-A86C-A43E742E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781" y="1100232"/>
            <a:ext cx="4731125" cy="1325563"/>
          </a:xfrm>
        </p:spPr>
        <p:txBody>
          <a:bodyPr/>
          <a:lstStyle/>
          <a:p>
            <a:pPr algn="ctr"/>
            <a:r>
              <a:rPr lang="en-US" b="1" dirty="0">
                <a:latin typeface="Oughter" pitchFamily="50" charset="0"/>
              </a:rPr>
              <a:t>Next Steps: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41A9A-62C3-4745-966F-3A35B232B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4476" y="2686236"/>
            <a:ext cx="8243047" cy="174232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Fine tune UI</a:t>
            </a:r>
          </a:p>
          <a:p>
            <a:pPr marL="0" indent="0" algn="ctr"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Integrate database and Backend</a:t>
            </a:r>
          </a:p>
          <a:p>
            <a:pPr marL="0" indent="0" algn="ctr"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Deploy the Application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EA8D13-AECF-4B81-B1CD-145C7055658D}"/>
              </a:ext>
            </a:extLst>
          </p:cNvPr>
          <p:cNvSpPr txBox="1">
            <a:spLocks/>
          </p:cNvSpPr>
          <p:nvPr/>
        </p:nvSpPr>
        <p:spPr>
          <a:xfrm>
            <a:off x="3766296" y="5325874"/>
            <a:ext cx="4659407" cy="546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14BF8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A56021-30D8-4D91-844D-B4FDE8B277AE}"/>
              </a:ext>
            </a:extLst>
          </p:cNvPr>
          <p:cNvSpPr/>
          <p:nvPr/>
        </p:nvSpPr>
        <p:spPr>
          <a:xfrm>
            <a:off x="376518" y="349624"/>
            <a:ext cx="11456894" cy="6212541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1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27</Words>
  <Application>Microsoft Office PowerPoint</Application>
  <PresentationFormat>Widescreen</PresentationFormat>
  <Paragraphs>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Oughter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13</cp:revision>
  <dcterms:created xsi:type="dcterms:W3CDTF">2026-06-08T18:24:45Z</dcterms:created>
  <dcterms:modified xsi:type="dcterms:W3CDTF">2026-06-09T06:47:33Z</dcterms:modified>
</cp:coreProperties>
</file>