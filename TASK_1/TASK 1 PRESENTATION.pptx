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425E-77A6-4055-8CDB-524A36FDB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BBDDD-BD9D-4F7F-A506-E8DA5BD53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CA33-9CA6-4E18-838C-98CBE0D7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50CC5-0810-4E5E-97B0-048D38E7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8337C-B6A3-4CBC-9CD0-4E8E2A4C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6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D4FE-6BE9-4877-9C71-A3C4162D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3932F-BD7E-4905-AC59-B2CFE74D8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4681-BA4C-47BE-B778-843DD6D0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3481-C8E8-4DBF-8F1A-702E58D9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53571-F1E4-4FDB-A102-855A93FE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1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0D20-4A1E-4D26-9970-59E73140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E12E3-7119-4CF5-B517-DDB34474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69D0F-8D42-4A83-A90D-2377C1BA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69E0-234E-40BF-A660-550E3FA2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2C64D-FF4A-4ACF-81F2-184D2964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AC0F-E144-43CE-8EAE-4A07C771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519D-B7C2-4562-A696-ED8C9D1FE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493DF-8781-4ACB-9AC0-9A7E807D5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FBA23-9DD1-4152-A10E-F992AE40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67D31-78CF-4A6E-938B-8FE8E8E4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B0A7E-99A3-4BA9-9C7D-2418573D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EE3E-3B59-4F09-8438-02731592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0F0FA-7B11-49E1-A4B9-9D4882ED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63F5-163A-4539-9472-F6A7B8B0D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45247-F3DF-4B51-9B8F-A11527B99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B3B2E-CE63-46FB-8919-9DD528D58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00547-EA2E-408D-AAA8-99B670A4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992E-1FC5-46FE-BC44-7107F257D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41920-9212-48FA-AE82-0BA61FF1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2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5955-FFA8-44FF-99AB-A5438DEE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1CABA-1DDE-45FF-B329-4C942275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2C99F-B8D5-444D-A110-7A202CC4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95404-FC7A-4A10-B637-B54B6171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9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25EC6C-0794-40FE-8C20-CF1FD28E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5ECF5-84F7-4EA6-8248-B7CB590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B2E99-AEB3-444F-9BE3-5F5F26A2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C45E-D806-43EE-A9F9-C5DC0A8C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A47A7-C76B-4F90-A803-D58E17FC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4F04E-C037-4EAA-8875-6D8CF7BD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6EFB5-012C-426D-98C7-A2BC2FD7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7293F-F244-4C93-B9DC-F6B33ECC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B65F8-14A9-42FA-AC13-F203A5FA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01A6-5E61-444E-9E83-C004DFCE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7C438-DDD0-4E0C-81F8-2821D2C57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D7B04-673C-4732-9BA8-D32507A3C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DFD89-B820-4B5A-9648-CA3E6B8A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D85D-6360-4483-9FE7-84E475EF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BD28A-0190-43DD-9087-522D2858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2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5DB8-C94D-4C08-9197-AEEF6297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EAD32-68E4-4C7F-BF78-A5DCD01E9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3AA4C-597B-4996-BDB2-FFB1BACE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9809E-4B09-49DD-B404-293F8D01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87583-CDC5-49AE-A38F-96C4A394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3AFAFE-DA54-4623-9C93-FF93213ED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F5232-BD41-470D-BAAE-2FB658BAF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61A5B-8F84-454F-9729-14D44E13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7751B-50D4-49F3-9670-98F0D0CC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8E476-6E5B-4A27-83D1-65A184C2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8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39101-FEDA-4798-9F92-79CD82FD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3A3EB-6ADC-4035-8DAB-FAFDA888F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C3055-0D59-4D9E-92AD-697C2B539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E97CF-43DD-4D89-A0AF-E351456E636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1E5D-6829-46A0-B4F7-BFACEF9E9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D726C-8D38-4B59-B3D7-ADC2E6265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A6A27-A9C7-4586-9658-A5F1AC362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0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E6CB10-245D-4A7B-AACC-7BF11136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0"/>
            <a:ext cx="12263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2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275A1-0D0C-44A8-93BE-4AD03E32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53" y="0"/>
            <a:ext cx="12254753" cy="68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9F6A6-CD19-49C6-B0D5-54002F009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7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59085A-13BA-43F1-B5CB-88ED822F9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5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5872B-3E32-4830-93BE-3A66E4C58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53" y="0"/>
            <a:ext cx="12254753" cy="68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17704-7404-4E48-A1DB-4E4FF3E54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0"/>
            <a:ext cx="12263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2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60399-C50F-4AE5-B03B-BE75ED3F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53" y="-1"/>
            <a:ext cx="12254753" cy="68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680E7-ADBD-4662-A71E-B18AB04A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FF007-35DF-463A-8225-F54803342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1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7AE63-DF12-42ED-8C6D-95523FA33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-1"/>
            <a:ext cx="12263718" cy="68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4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4E902-7AF5-421D-8100-376FFE2B2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-1"/>
            <a:ext cx="1226371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1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 thruBlk="1" dir="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</cp:revision>
  <dcterms:created xsi:type="dcterms:W3CDTF">2026-04-06T14:43:20Z</dcterms:created>
  <dcterms:modified xsi:type="dcterms:W3CDTF">2026-04-06T14:44:34Z</dcterms:modified>
</cp:coreProperties>
</file>