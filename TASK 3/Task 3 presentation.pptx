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2" r:id="rId17"/>
    <p:sldId id="274" r:id="rId18"/>
    <p:sldId id="275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F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B8B6D-3A6B-4877-BCB9-4BEAE3B39FD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0F39-2C87-4CA6-BED2-5AE8100D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6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B8B6D-3A6B-4877-BCB9-4BEAE3B39FD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0F39-2C87-4CA6-BED2-5AE8100D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78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B8B6D-3A6B-4877-BCB9-4BEAE3B39FD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0F39-2C87-4CA6-BED2-5AE8100D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26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B8B6D-3A6B-4877-BCB9-4BEAE3B39FD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0F39-2C87-4CA6-BED2-5AE8100D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01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B8B6D-3A6B-4877-BCB9-4BEAE3B39FD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0F39-2C87-4CA6-BED2-5AE8100D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16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B8B6D-3A6B-4877-BCB9-4BEAE3B39FD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0F39-2C87-4CA6-BED2-5AE8100D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89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B8B6D-3A6B-4877-BCB9-4BEAE3B39FD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0F39-2C87-4CA6-BED2-5AE8100D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62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B8B6D-3A6B-4877-BCB9-4BEAE3B39FD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0F39-2C87-4CA6-BED2-5AE8100D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37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B8B6D-3A6B-4877-BCB9-4BEAE3B39FD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0F39-2C87-4CA6-BED2-5AE8100D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46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B8B6D-3A6B-4877-BCB9-4BEAE3B39FD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0F39-2C87-4CA6-BED2-5AE8100D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314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B8B6D-3A6B-4877-BCB9-4BEAE3B39FD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C0F39-2C87-4CA6-BED2-5AE8100D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52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B8B6D-3A6B-4877-BCB9-4BEAE3B39FD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C0F39-2C87-4CA6-BED2-5AE8100D4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926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13F2A2-7104-4062-A75A-7891C8AAF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575"/>
            <a:ext cx="12192000" cy="57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89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98028A-7A6D-4E00-BD8C-86480A87E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225"/>
            <a:ext cx="12192000" cy="579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3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5E3D65-374D-4C8B-B1D7-36A17B261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12192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08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D0FB74-FAEB-4576-B4A9-B472A4B32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225"/>
            <a:ext cx="12192000" cy="579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08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E0F023-B97A-480F-8AA1-4F458D080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225"/>
            <a:ext cx="12192000" cy="579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47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6D2D60-76B4-4798-B64E-0FA1906D8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925"/>
            <a:ext cx="12192000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616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1684AC-00C8-4718-8003-683D326A7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925"/>
            <a:ext cx="12192000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854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D6056F-FCE2-4958-975E-550266E51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275"/>
            <a:ext cx="12192000" cy="575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866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A4E2F7-FB53-448A-9580-204D378CA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12192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37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B7A8B0-6E78-4973-9AC9-3FC64216E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12192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330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255E48-6690-4C3E-9C29-355BA78E1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12192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632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8A36FA-6E07-4A60-9985-442116479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575"/>
            <a:ext cx="12192000" cy="57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70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64E910-D10C-4EA5-91AF-F3D77A29D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12192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870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0183A8-7927-4442-BA38-C6DC3977A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7050"/>
            <a:ext cx="12192000" cy="580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098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6E43D9-26F5-4BED-9073-AAD57DB51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7050"/>
            <a:ext cx="12192000" cy="5803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A88CBCE-6CAC-4BE2-B7CB-1F397133B689}"/>
              </a:ext>
            </a:extLst>
          </p:cNvPr>
          <p:cNvSpPr/>
          <p:nvPr/>
        </p:nvSpPr>
        <p:spPr>
          <a:xfrm>
            <a:off x="6221505" y="4518212"/>
            <a:ext cx="2393577" cy="304800"/>
          </a:xfrm>
          <a:prstGeom prst="rect">
            <a:avLst/>
          </a:prstGeom>
          <a:solidFill>
            <a:srgbClr val="0A0F0D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268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8C9D3A-FDC2-474F-A1D0-8777510EF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575"/>
            <a:ext cx="12192000" cy="57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503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EB2CFE-7DA1-4CA1-9087-47265CD31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12192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674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C7E3D5-CEFC-4754-B231-4CE797125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379"/>
            <a:ext cx="12192000" cy="585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630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9BDF74-2225-46D1-A79F-98A56F663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225"/>
            <a:ext cx="12192000" cy="57975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E820CE3-CBF8-4630-A91E-45AF905BBC91}"/>
              </a:ext>
            </a:extLst>
          </p:cNvPr>
          <p:cNvSpPr/>
          <p:nvPr/>
        </p:nvSpPr>
        <p:spPr>
          <a:xfrm>
            <a:off x="6158753" y="4007223"/>
            <a:ext cx="5342965" cy="1335741"/>
          </a:xfrm>
          <a:prstGeom prst="rect">
            <a:avLst/>
          </a:prstGeom>
          <a:solidFill>
            <a:srgbClr val="0A0F0D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9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 thruBlk="1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7</cp:revision>
  <dcterms:created xsi:type="dcterms:W3CDTF">2026-05-11T20:14:13Z</dcterms:created>
  <dcterms:modified xsi:type="dcterms:W3CDTF">2026-05-11T21:09:02Z</dcterms:modified>
</cp:coreProperties>
</file>