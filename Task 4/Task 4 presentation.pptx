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72" r:id="rId8"/>
    <p:sldId id="261" r:id="rId9"/>
    <p:sldId id="262" r:id="rId10"/>
    <p:sldId id="273" r:id="rId11"/>
    <p:sldId id="263" r:id="rId12"/>
    <p:sldId id="264" r:id="rId13"/>
    <p:sldId id="274" r:id="rId14"/>
    <p:sldId id="265" r:id="rId15"/>
    <p:sldId id="266" r:id="rId16"/>
    <p:sldId id="275" r:id="rId17"/>
    <p:sldId id="267" r:id="rId18"/>
    <p:sldId id="268" r:id="rId19"/>
    <p:sldId id="276" r:id="rId20"/>
    <p:sldId id="26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16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41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68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16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08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02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1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5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5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94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04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5B601-AA7F-43DB-BD00-50119EC9EC6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9EF44-0881-4136-8C36-AB92715FD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043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A1243C-01EC-472D-A0C9-76B42C09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100"/>
            <a:ext cx="12192000" cy="57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40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A86E06-0B63-43C1-BDCF-A54DCBFE0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91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4384A9-AEE5-470B-AF23-70ED6D367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750"/>
            <a:ext cx="12192000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19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2A94CB-077E-40ED-B11E-441137C09F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81" b="4933"/>
          <a:stretch/>
        </p:blipFill>
        <p:spPr>
          <a:xfrm>
            <a:off x="726141" y="394446"/>
            <a:ext cx="10739718" cy="63583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43C621-0DC4-4D2F-94AE-F4E5D9D2B5B6}"/>
              </a:ext>
            </a:extLst>
          </p:cNvPr>
          <p:cNvSpPr txBox="1"/>
          <p:nvPr/>
        </p:nvSpPr>
        <p:spPr>
          <a:xfrm>
            <a:off x="3928579" y="25114"/>
            <a:ext cx="4334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Screenshot of the Context diagram</a:t>
            </a:r>
          </a:p>
        </p:txBody>
      </p:sp>
    </p:spTree>
    <p:extLst>
      <p:ext uri="{BB962C8B-B14F-4D97-AF65-F5344CB8AC3E}">
        <p14:creationId xmlns:p14="http://schemas.microsoft.com/office/powerpoint/2010/main" val="2918421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FB0612-E812-4CE6-8C4D-4556D978B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79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5569C-5F8D-4BD9-AE22-6140EA3B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83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43C621-0DC4-4D2F-94AE-F4E5D9D2B5B6}"/>
              </a:ext>
            </a:extLst>
          </p:cNvPr>
          <p:cNvSpPr txBox="1"/>
          <p:nvPr/>
        </p:nvSpPr>
        <p:spPr>
          <a:xfrm>
            <a:off x="3928579" y="25114"/>
            <a:ext cx="4464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Screenshot of the Dataflow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9EECD-FB6B-4AB6-8296-01ED837AA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40" y="489211"/>
            <a:ext cx="9533180" cy="587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26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0DF36-9D3A-4AD3-89FB-B7CA46AEE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050"/>
            <a:ext cx="121920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77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9CBCB-8ACB-4746-BDF5-802053A73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750"/>
            <a:ext cx="12192000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04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43C621-0DC4-4D2F-94AE-F4E5D9D2B5B6}"/>
              </a:ext>
            </a:extLst>
          </p:cNvPr>
          <p:cNvSpPr txBox="1"/>
          <p:nvPr/>
        </p:nvSpPr>
        <p:spPr>
          <a:xfrm>
            <a:off x="3928579" y="25114"/>
            <a:ext cx="439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Screenshot of the </a:t>
            </a:r>
            <a:r>
              <a:rPr lang="en-US" b="1" u="sng" dirty="0" err="1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Usecase</a:t>
            </a:r>
            <a:r>
              <a:rPr lang="en-US" b="1" u="sng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345923-0379-4518-8338-DDEDFAE5E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66" y="532904"/>
            <a:ext cx="11249992" cy="578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39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C495FB-A95B-4DB9-836E-F1BB5F61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36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B2CD4E-A376-4BD0-A80F-1FD4F4C3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100"/>
            <a:ext cx="12192000" cy="57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1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43C621-0DC4-4D2F-94AE-F4E5D9D2B5B6}"/>
              </a:ext>
            </a:extLst>
          </p:cNvPr>
          <p:cNvSpPr txBox="1"/>
          <p:nvPr/>
        </p:nvSpPr>
        <p:spPr>
          <a:xfrm>
            <a:off x="3928579" y="25114"/>
            <a:ext cx="456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Screenshot of the Sequence diagram</a:t>
            </a:r>
          </a:p>
        </p:txBody>
      </p:sp>
      <p:pic>
        <p:nvPicPr>
          <p:cNvPr id="5" name="image7.png">
            <a:extLst>
              <a:ext uri="{FF2B5EF4-FFF2-40B4-BE49-F238E27FC236}">
                <a16:creationId xmlns:a16="http://schemas.microsoft.com/office/drawing/2014/main" id="{FECC745C-478D-4F18-A408-0C2E986FF7D8}"/>
              </a:ext>
            </a:extLst>
          </p:cNvPr>
          <p:cNvPicPr/>
          <p:nvPr/>
        </p:nvPicPr>
        <p:blipFill rotWithShape="1">
          <a:blip r:embed="rId2"/>
          <a:srcRect l="4673" t="1402" b="1334"/>
          <a:stretch/>
        </p:blipFill>
        <p:spPr>
          <a:xfrm>
            <a:off x="1658471" y="466165"/>
            <a:ext cx="9012106" cy="6096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69016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CF3EC5-056B-4CB4-8184-3DBDDA549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180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C73E81-F18E-4ED6-B02E-3BDD2896A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750"/>
            <a:ext cx="12192000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44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43C621-0DC4-4D2F-94AE-F4E5D9D2B5B6}"/>
              </a:ext>
            </a:extLst>
          </p:cNvPr>
          <p:cNvSpPr txBox="1"/>
          <p:nvPr/>
        </p:nvSpPr>
        <p:spPr>
          <a:xfrm>
            <a:off x="3668893" y="105797"/>
            <a:ext cx="485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Screenshot of the Deployment diagram</a:t>
            </a:r>
          </a:p>
        </p:txBody>
      </p:sp>
      <p:pic>
        <p:nvPicPr>
          <p:cNvPr id="6" name="image8.png">
            <a:extLst>
              <a:ext uri="{FF2B5EF4-FFF2-40B4-BE49-F238E27FC236}">
                <a16:creationId xmlns:a16="http://schemas.microsoft.com/office/drawing/2014/main" id="{34C950E4-F378-40A7-AD9F-AD6F5D6F0B2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237865" y="570865"/>
            <a:ext cx="5716270" cy="571627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845912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205FB5-4514-4AE7-825A-04E62E634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002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759CD-2776-449F-82D3-B4C52A856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28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43C621-0DC4-4D2F-94AE-F4E5D9D2B5B6}"/>
              </a:ext>
            </a:extLst>
          </p:cNvPr>
          <p:cNvSpPr txBox="1"/>
          <p:nvPr/>
        </p:nvSpPr>
        <p:spPr>
          <a:xfrm>
            <a:off x="3850274" y="78902"/>
            <a:ext cx="4047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Screenshot of the 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C660D-D099-4667-A334-3040CE229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591" y="570865"/>
            <a:ext cx="5587271" cy="571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83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B9D8C-49E9-446D-9E5E-F87EA1617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13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AF83A7-7A76-439C-87BA-2E56109DA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72293"/>
      </p:ext>
    </p:extLst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30</Words>
  <Application>Microsoft Office PowerPoint</Application>
  <PresentationFormat>Widescreen</PresentationFormat>
  <Paragraphs>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6</cp:revision>
  <dcterms:created xsi:type="dcterms:W3CDTF">2026-05-25T14:51:29Z</dcterms:created>
  <dcterms:modified xsi:type="dcterms:W3CDTF">2026-05-25T15:08:37Z</dcterms:modified>
</cp:coreProperties>
</file>