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3" r:id="rId5"/>
    <p:sldId id="259" r:id="rId6"/>
    <p:sldId id="264" r:id="rId7"/>
    <p:sldId id="260" r:id="rId8"/>
    <p:sldId id="261" r:id="rId9"/>
    <p:sldId id="265" r:id="rId10"/>
    <p:sldId id="26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101D"/>
    <a:srgbClr val="10122D"/>
    <a:srgbClr val="060F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8FD91-DAD1-46FB-9C06-B96C36F5579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C3F65-751A-44FD-B049-4E6285A19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0901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8FD91-DAD1-46FB-9C06-B96C36F5579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C3F65-751A-44FD-B049-4E6285A19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6847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8FD91-DAD1-46FB-9C06-B96C36F5579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C3F65-751A-44FD-B049-4E6285A19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6257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8FD91-DAD1-46FB-9C06-B96C36F5579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C3F65-751A-44FD-B049-4E6285A19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59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8FD91-DAD1-46FB-9C06-B96C36F5579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C3F65-751A-44FD-B049-4E6285A19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9133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8FD91-DAD1-46FB-9C06-B96C36F5579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C3F65-751A-44FD-B049-4E6285A19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802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8FD91-DAD1-46FB-9C06-B96C36F5579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C3F65-751A-44FD-B049-4E6285A19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7055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8FD91-DAD1-46FB-9C06-B96C36F5579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C3F65-751A-44FD-B049-4E6285A19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9255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8FD91-DAD1-46FB-9C06-B96C36F5579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C3F65-751A-44FD-B049-4E6285A19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5659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8FD91-DAD1-46FB-9C06-B96C36F5579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C3F65-751A-44FD-B049-4E6285A19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7587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8FD91-DAD1-46FB-9C06-B96C36F5579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C3F65-751A-44FD-B049-4E6285A19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311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98FD91-DAD1-46FB-9C06-B96C36F5579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8C3F65-751A-44FD-B049-4E6285A19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4406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10122D"/>
            </a:gs>
            <a:gs pos="97000">
              <a:srgbClr val="06101D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EF6A6AB-3DAC-43D2-A35F-17AED2939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54749" y="0"/>
            <a:ext cx="145014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7327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2CA2D3-0BBB-49E0-82B2-EBD5953E4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38813" y="0"/>
            <a:ext cx="144696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3410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969655-9BB5-455C-A500-37D4CCA38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30872" y="0"/>
            <a:ext cx="144537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2938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60272C-EC99-4669-8C01-EBB5CAD85F4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569"/>
          <a:stretch/>
        </p:blipFill>
        <p:spPr>
          <a:xfrm>
            <a:off x="1613555" y="707010"/>
            <a:ext cx="8964889" cy="571028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A6E49B9-D6F1-4C12-A576-094D9ABAD806}"/>
              </a:ext>
            </a:extLst>
          </p:cNvPr>
          <p:cNvSpPr txBox="1"/>
          <p:nvPr/>
        </p:nvSpPr>
        <p:spPr>
          <a:xfrm>
            <a:off x="3783507" y="141402"/>
            <a:ext cx="46249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>
                <a:latin typeface="Poppins" panose="00000500000000000000" pitchFamily="2" charset="0"/>
                <a:cs typeface="Poppins" panose="00000500000000000000" pitchFamily="2" charset="0"/>
              </a:rPr>
              <a:t>Conceptual design diagram</a:t>
            </a:r>
          </a:p>
        </p:txBody>
      </p:sp>
    </p:spTree>
    <p:extLst>
      <p:ext uri="{BB962C8B-B14F-4D97-AF65-F5344CB8AC3E}">
        <p14:creationId xmlns:p14="http://schemas.microsoft.com/office/powerpoint/2010/main" val="2165049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E8C960-7D70-454D-BA8C-3BBCB7BD2E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30872" y="0"/>
            <a:ext cx="144537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57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3">
            <a:extLst>
              <a:ext uri="{FF2B5EF4-FFF2-40B4-BE49-F238E27FC236}">
                <a16:creationId xmlns:a16="http://schemas.microsoft.com/office/drawing/2014/main" id="{F3AB4EE4-97C1-43B6-8C87-220403DEEA0B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2152" y="593888"/>
            <a:ext cx="9247696" cy="580691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7F01E4D-9821-4D62-8A4C-94807237EDDF}"/>
              </a:ext>
            </a:extLst>
          </p:cNvPr>
          <p:cNvSpPr txBox="1"/>
          <p:nvPr/>
        </p:nvSpPr>
        <p:spPr>
          <a:xfrm>
            <a:off x="4966524" y="132223"/>
            <a:ext cx="2258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>
                <a:latin typeface="Poppins" panose="00000500000000000000" pitchFamily="2" charset="0"/>
                <a:cs typeface="Poppins" panose="00000500000000000000" pitchFamily="2" charset="0"/>
              </a:rPr>
              <a:t>ER - Diagram</a:t>
            </a:r>
          </a:p>
        </p:txBody>
      </p:sp>
    </p:spTree>
    <p:extLst>
      <p:ext uri="{BB962C8B-B14F-4D97-AF65-F5344CB8AC3E}">
        <p14:creationId xmlns:p14="http://schemas.microsoft.com/office/powerpoint/2010/main" val="31474407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CB2600-63ED-4D32-AFBD-40A9AF8A65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38813" y="0"/>
            <a:ext cx="144696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1361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A76933-830C-42BA-B271-7DCF32F8F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31216" y="-164"/>
            <a:ext cx="14454088" cy="685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3541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94C914-E3F5-4463-9950-08F5EC3CA29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72"/>
          <a:stretch/>
        </p:blipFill>
        <p:spPr>
          <a:xfrm>
            <a:off x="-248240" y="442950"/>
            <a:ext cx="12688479" cy="597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4886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A21287-F695-46A7-9CB8-892CCA05BB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38813" y="0"/>
            <a:ext cx="144696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2206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</TotalTime>
  <Words>6</Words>
  <Application>Microsoft Office PowerPoint</Application>
  <PresentationFormat>Widescreen</PresentationFormat>
  <Paragraphs>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pc</cp:lastModifiedBy>
  <cp:revision>3</cp:revision>
  <dcterms:created xsi:type="dcterms:W3CDTF">2026-06-15T23:29:03Z</dcterms:created>
  <dcterms:modified xsi:type="dcterms:W3CDTF">2026-06-15T23:57:03Z</dcterms:modified>
</cp:coreProperties>
</file>